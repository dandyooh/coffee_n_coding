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68" r:id="rId5"/>
    <p:sldId id="258" r:id="rId6"/>
    <p:sldId id="259" r:id="rId7"/>
    <p:sldId id="264" r:id="rId8"/>
    <p:sldId id="263" r:id="rId9"/>
    <p:sldId id="261" r:id="rId10"/>
    <p:sldId id="260" r:id="rId11"/>
    <p:sldId id="262" r:id="rId12"/>
    <p:sldId id="266" r:id="rId13"/>
    <p:sldId id="271" r:id="rId14"/>
    <p:sldId id="269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F5617D-5967-4628-816D-E75FCE99F033}" v="269" dt="2025-04-10T13:02:04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4660"/>
  </p:normalViewPr>
  <p:slideViewPr>
    <p:cSldViewPr snapToGrid="0">
      <p:cViewPr varScale="1">
        <p:scale>
          <a:sx n="97" d="100"/>
          <a:sy n="97" d="100"/>
        </p:scale>
        <p:origin x="90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OD, Andrew (NHS MIDLANDS AND LANCASHIRE COMMISSIONING SUPPORT UNIT)" userId="bcd4e7a3-e0c4-4a6d-9148-961afe02efb0" providerId="ADAL" clId="{E7F5617D-5967-4628-816D-E75FCE99F033}"/>
    <pc:docChg chg="undo custSel addSld delSld modSld sldOrd">
      <pc:chgData name="HOOD, Andrew (NHS MIDLANDS AND LANCASHIRE COMMISSIONING SUPPORT UNIT)" userId="bcd4e7a3-e0c4-4a6d-9148-961afe02efb0" providerId="ADAL" clId="{E7F5617D-5967-4628-816D-E75FCE99F033}" dt="2025-04-10T13:03:47.711" v="6239" actId="20577"/>
      <pc:docMkLst>
        <pc:docMk/>
      </pc:docMkLst>
      <pc:sldChg chg="addSp modSp mod">
        <pc:chgData name="HOOD, Andrew (NHS MIDLANDS AND LANCASHIRE COMMISSIONING SUPPORT UNIT)" userId="bcd4e7a3-e0c4-4a6d-9148-961afe02efb0" providerId="ADAL" clId="{E7F5617D-5967-4628-816D-E75FCE99F033}" dt="2025-04-10T13:03:47.711" v="6239" actId="20577"/>
        <pc:sldMkLst>
          <pc:docMk/>
          <pc:sldMk cId="3875555615" sldId="256"/>
        </pc:sldMkLst>
        <pc:spChg chg="mod">
          <ac:chgData name="HOOD, Andrew (NHS MIDLANDS AND LANCASHIRE COMMISSIONING SUPPORT UNIT)" userId="bcd4e7a3-e0c4-4a6d-9148-961afe02efb0" providerId="ADAL" clId="{E7F5617D-5967-4628-816D-E75FCE99F033}" dt="2025-04-10T11:03:47.453" v="5963" actId="1076"/>
          <ac:spMkLst>
            <pc:docMk/>
            <pc:sldMk cId="3875555615" sldId="256"/>
            <ac:spMk id="2" creationId="{2FD87911-0092-B688-9D26-D6B716B81607}"/>
          </ac:spMkLst>
        </pc:spChg>
        <pc:spChg chg="mod">
          <ac:chgData name="HOOD, Andrew (NHS MIDLANDS AND LANCASHIRE COMMISSIONING SUPPORT UNIT)" userId="bcd4e7a3-e0c4-4a6d-9148-961afe02efb0" providerId="ADAL" clId="{E7F5617D-5967-4628-816D-E75FCE99F033}" dt="2025-04-10T13:03:44.247" v="6237" actId="20577"/>
          <ac:spMkLst>
            <pc:docMk/>
            <pc:sldMk cId="3875555615" sldId="256"/>
            <ac:spMk id="3" creationId="{47988582-1B25-EC46-4074-D88BB5D822EA}"/>
          </ac:spMkLst>
        </pc:spChg>
        <pc:spChg chg="add mod ord">
          <ac:chgData name="HOOD, Andrew (NHS MIDLANDS AND LANCASHIRE COMMISSIONING SUPPORT UNIT)" userId="bcd4e7a3-e0c4-4a6d-9148-961afe02efb0" providerId="ADAL" clId="{E7F5617D-5967-4628-816D-E75FCE99F033}" dt="2025-04-10T11:00:29.147" v="5927" actId="2085"/>
          <ac:spMkLst>
            <pc:docMk/>
            <pc:sldMk cId="3875555615" sldId="256"/>
            <ac:spMk id="4" creationId="{CF15E95D-30BE-124D-2883-C6B542FF252F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1:01:14.138" v="5962" actId="207"/>
          <ac:spMkLst>
            <pc:docMk/>
            <pc:sldMk cId="3875555615" sldId="256"/>
            <ac:spMk id="5" creationId="{1EAE53D5-AE89-A2D6-4A4C-D8D16AFF4EB0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3:03:47.711" v="6239" actId="20577"/>
          <ac:spMkLst>
            <pc:docMk/>
            <pc:sldMk cId="3875555615" sldId="256"/>
            <ac:spMk id="8" creationId="{1379E23D-FA37-4BA8-60C7-B4C0AB470350}"/>
          </ac:spMkLst>
        </pc:spChg>
        <pc:picChg chg="add mod">
          <ac:chgData name="HOOD, Andrew (NHS MIDLANDS AND LANCASHIRE COMMISSIONING SUPPORT UNIT)" userId="bcd4e7a3-e0c4-4a6d-9148-961afe02efb0" providerId="ADAL" clId="{E7F5617D-5967-4628-816D-E75FCE99F033}" dt="2025-04-10T12:55:11.993" v="6009" actId="1076"/>
          <ac:picMkLst>
            <pc:docMk/>
            <pc:sldMk cId="3875555615" sldId="256"/>
            <ac:picMk id="7" creationId="{21432A9E-44C4-3D3F-37BF-2436684AE51F}"/>
          </ac:picMkLst>
        </pc:picChg>
      </pc:sldChg>
      <pc:sldChg chg="modSp mod">
        <pc:chgData name="HOOD, Andrew (NHS MIDLANDS AND LANCASHIRE COMMISSIONING SUPPORT UNIT)" userId="bcd4e7a3-e0c4-4a6d-9148-961afe02efb0" providerId="ADAL" clId="{E7F5617D-5967-4628-816D-E75FCE99F033}" dt="2025-04-08T11:07:20.609" v="3211" actId="20577"/>
        <pc:sldMkLst>
          <pc:docMk/>
          <pc:sldMk cId="2053122070" sldId="257"/>
        </pc:sldMkLst>
        <pc:spChg chg="mod">
          <ac:chgData name="HOOD, Andrew (NHS MIDLANDS AND LANCASHIRE COMMISSIONING SUPPORT UNIT)" userId="bcd4e7a3-e0c4-4a6d-9148-961afe02efb0" providerId="ADAL" clId="{E7F5617D-5967-4628-816D-E75FCE99F033}" dt="2025-04-08T11:07:20.609" v="3211" actId="20577"/>
          <ac:spMkLst>
            <pc:docMk/>
            <pc:sldMk cId="2053122070" sldId="257"/>
            <ac:spMk id="3" creationId="{E3FBAA49-F8BA-41F5-51FA-A69A432BD31D}"/>
          </ac:spMkLst>
        </pc:spChg>
      </pc:sldChg>
      <pc:sldChg chg="modSp mod">
        <pc:chgData name="HOOD, Andrew (NHS MIDLANDS AND LANCASHIRE COMMISSIONING SUPPORT UNIT)" userId="bcd4e7a3-e0c4-4a6d-9148-961afe02efb0" providerId="ADAL" clId="{E7F5617D-5967-4628-816D-E75FCE99F033}" dt="2025-04-08T10:46:07.580" v="2549" actId="20577"/>
        <pc:sldMkLst>
          <pc:docMk/>
          <pc:sldMk cId="2039349826" sldId="258"/>
        </pc:sldMkLst>
        <pc:spChg chg="mod">
          <ac:chgData name="HOOD, Andrew (NHS MIDLANDS AND LANCASHIRE COMMISSIONING SUPPORT UNIT)" userId="bcd4e7a3-e0c4-4a6d-9148-961afe02efb0" providerId="ADAL" clId="{E7F5617D-5967-4628-816D-E75FCE99F033}" dt="2025-04-08T09:13:31.245" v="792" actId="20577"/>
          <ac:spMkLst>
            <pc:docMk/>
            <pc:sldMk cId="2039349826" sldId="258"/>
            <ac:spMk id="2" creationId="{45582FB9-5A13-6A55-E45B-AAB3D69B013D}"/>
          </ac:spMkLst>
        </pc:spChg>
        <pc:spChg chg="mod">
          <ac:chgData name="HOOD, Andrew (NHS MIDLANDS AND LANCASHIRE COMMISSIONING SUPPORT UNIT)" userId="bcd4e7a3-e0c4-4a6d-9148-961afe02efb0" providerId="ADAL" clId="{E7F5617D-5967-4628-816D-E75FCE99F033}" dt="2025-04-08T10:46:07.580" v="2549" actId="20577"/>
          <ac:spMkLst>
            <pc:docMk/>
            <pc:sldMk cId="2039349826" sldId="258"/>
            <ac:spMk id="3" creationId="{AE0B3333-09EF-E4D3-828D-C546FF370231}"/>
          </ac:spMkLst>
        </pc:spChg>
      </pc:sldChg>
      <pc:sldChg chg="addSp delSp modSp mod">
        <pc:chgData name="HOOD, Andrew (NHS MIDLANDS AND LANCASHIRE COMMISSIONING SUPPORT UNIT)" userId="bcd4e7a3-e0c4-4a6d-9148-961afe02efb0" providerId="ADAL" clId="{E7F5617D-5967-4628-816D-E75FCE99F033}" dt="2025-04-10T10:46:41.016" v="5702" actId="1076"/>
        <pc:sldMkLst>
          <pc:docMk/>
          <pc:sldMk cId="258111248" sldId="259"/>
        </pc:sldMkLst>
        <pc:spChg chg="add mod">
          <ac:chgData name="HOOD, Andrew (NHS MIDLANDS AND LANCASHIRE COMMISSIONING SUPPORT UNIT)" userId="bcd4e7a3-e0c4-4a6d-9148-961afe02efb0" providerId="ADAL" clId="{E7F5617D-5967-4628-816D-E75FCE99F033}" dt="2025-04-10T10:46:41.016" v="5702" actId="1076"/>
          <ac:spMkLst>
            <pc:docMk/>
            <pc:sldMk cId="258111248" sldId="259"/>
            <ac:spMk id="2" creationId="{125F6C6D-FA55-C8C9-1412-DF39B0B27084}"/>
          </ac:spMkLst>
        </pc:spChg>
        <pc:picChg chg="add mod modCrop">
          <ac:chgData name="HOOD, Andrew (NHS MIDLANDS AND LANCASHIRE COMMISSIONING SUPPORT UNIT)" userId="bcd4e7a3-e0c4-4a6d-9148-961afe02efb0" providerId="ADAL" clId="{E7F5617D-5967-4628-816D-E75FCE99F033}" dt="2025-04-10T10:46:10.102" v="5650" actId="1076"/>
          <ac:picMkLst>
            <pc:docMk/>
            <pc:sldMk cId="258111248" sldId="259"/>
            <ac:picMk id="5" creationId="{61611318-632D-D85D-7969-9811C03C2C47}"/>
          </ac:picMkLst>
        </pc:picChg>
      </pc:sldChg>
      <pc:sldChg chg="addSp modSp mod">
        <pc:chgData name="HOOD, Andrew (NHS MIDLANDS AND LANCASHIRE COMMISSIONING SUPPORT UNIT)" userId="bcd4e7a3-e0c4-4a6d-9148-961afe02efb0" providerId="ADAL" clId="{E7F5617D-5967-4628-816D-E75FCE99F033}" dt="2025-04-08T11:11:12.935" v="3284" actId="1076"/>
        <pc:sldMkLst>
          <pc:docMk/>
          <pc:sldMk cId="2838931067" sldId="260"/>
        </pc:sldMkLst>
        <pc:spChg chg="mod">
          <ac:chgData name="HOOD, Andrew (NHS MIDLANDS AND LANCASHIRE COMMISSIONING SUPPORT UNIT)" userId="bcd4e7a3-e0c4-4a6d-9148-961afe02efb0" providerId="ADAL" clId="{E7F5617D-5967-4628-816D-E75FCE99F033}" dt="2025-04-08T11:10:46.104" v="3276" actId="27636"/>
          <ac:spMkLst>
            <pc:docMk/>
            <pc:sldMk cId="2838931067" sldId="260"/>
            <ac:spMk id="3" creationId="{5367462E-CC79-A1DF-7E98-AE75154E81BB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08T11:11:09.839" v="3283" actId="1076"/>
          <ac:spMkLst>
            <pc:docMk/>
            <pc:sldMk cId="2838931067" sldId="260"/>
            <ac:spMk id="5" creationId="{0981F726-A407-19E8-9605-18024F4D14FA}"/>
          </ac:spMkLst>
        </pc:spChg>
        <pc:picChg chg="add mod">
          <ac:chgData name="HOOD, Andrew (NHS MIDLANDS AND LANCASHIRE COMMISSIONING SUPPORT UNIT)" userId="bcd4e7a3-e0c4-4a6d-9148-961afe02efb0" providerId="ADAL" clId="{E7F5617D-5967-4628-816D-E75FCE99F033}" dt="2025-04-08T11:11:12.935" v="3284" actId="1076"/>
          <ac:picMkLst>
            <pc:docMk/>
            <pc:sldMk cId="2838931067" sldId="260"/>
            <ac:picMk id="2050" creationId="{378FC7DD-6AEE-BF03-A45E-5482E905EE92}"/>
          </ac:picMkLst>
        </pc:picChg>
      </pc:sldChg>
      <pc:sldChg chg="addSp modSp mod">
        <pc:chgData name="HOOD, Andrew (NHS MIDLANDS AND LANCASHIRE COMMISSIONING SUPPORT UNIT)" userId="bcd4e7a3-e0c4-4a6d-9148-961afe02efb0" providerId="ADAL" clId="{E7F5617D-5967-4628-816D-E75FCE99F033}" dt="2025-04-08T10:24:14.461" v="1985" actId="20577"/>
        <pc:sldMkLst>
          <pc:docMk/>
          <pc:sldMk cId="1357069249" sldId="261"/>
        </pc:sldMkLst>
        <pc:spChg chg="mod">
          <ac:chgData name="HOOD, Andrew (NHS MIDLANDS AND LANCASHIRE COMMISSIONING SUPPORT UNIT)" userId="bcd4e7a3-e0c4-4a6d-9148-961afe02efb0" providerId="ADAL" clId="{E7F5617D-5967-4628-816D-E75FCE99F033}" dt="2025-04-08T10:24:14.461" v="1985" actId="20577"/>
          <ac:spMkLst>
            <pc:docMk/>
            <pc:sldMk cId="1357069249" sldId="261"/>
            <ac:spMk id="3" creationId="{1107A1FB-3CE8-B846-7BC2-EA7C4C8AAB12}"/>
          </ac:spMkLst>
        </pc:spChg>
        <pc:picChg chg="add mod">
          <ac:chgData name="HOOD, Andrew (NHS MIDLANDS AND LANCASHIRE COMMISSIONING SUPPORT UNIT)" userId="bcd4e7a3-e0c4-4a6d-9148-961afe02efb0" providerId="ADAL" clId="{E7F5617D-5967-4628-816D-E75FCE99F033}" dt="2025-04-08T10:12:37.717" v="1664" actId="1076"/>
          <ac:picMkLst>
            <pc:docMk/>
            <pc:sldMk cId="1357069249" sldId="261"/>
            <ac:picMk id="1026" creationId="{5815C0C2-BE72-F205-10B8-0838DF6C3A59}"/>
          </ac:picMkLst>
        </pc:picChg>
      </pc:sldChg>
      <pc:sldChg chg="modSp mod">
        <pc:chgData name="HOOD, Andrew (NHS MIDLANDS AND LANCASHIRE COMMISSIONING SUPPORT UNIT)" userId="bcd4e7a3-e0c4-4a6d-9148-961afe02efb0" providerId="ADAL" clId="{E7F5617D-5967-4628-816D-E75FCE99F033}" dt="2025-04-08T11:07:49.207" v="3212" actId="404"/>
        <pc:sldMkLst>
          <pc:docMk/>
          <pc:sldMk cId="669837012" sldId="262"/>
        </pc:sldMkLst>
        <pc:spChg chg="mod">
          <ac:chgData name="HOOD, Andrew (NHS MIDLANDS AND LANCASHIRE COMMISSIONING SUPPORT UNIT)" userId="bcd4e7a3-e0c4-4a6d-9148-961afe02efb0" providerId="ADAL" clId="{E7F5617D-5967-4628-816D-E75FCE99F033}" dt="2025-04-08T11:07:49.207" v="3212" actId="404"/>
          <ac:spMkLst>
            <pc:docMk/>
            <pc:sldMk cId="669837012" sldId="262"/>
            <ac:spMk id="3" creationId="{FA322C72-ECFD-67D4-DFEA-84D414884F8B}"/>
          </ac:spMkLst>
        </pc:spChg>
      </pc:sldChg>
      <pc:sldChg chg="modSp new mod">
        <pc:chgData name="HOOD, Andrew (NHS MIDLANDS AND LANCASHIRE COMMISSIONING SUPPORT UNIT)" userId="bcd4e7a3-e0c4-4a6d-9148-961afe02efb0" providerId="ADAL" clId="{E7F5617D-5967-4628-816D-E75FCE99F033}" dt="2025-04-10T10:47:13.641" v="5703" actId="20577"/>
        <pc:sldMkLst>
          <pc:docMk/>
          <pc:sldMk cId="1458923364" sldId="263"/>
        </pc:sldMkLst>
        <pc:spChg chg="mod">
          <ac:chgData name="HOOD, Andrew (NHS MIDLANDS AND LANCASHIRE COMMISSIONING SUPPORT UNIT)" userId="bcd4e7a3-e0c4-4a6d-9148-961afe02efb0" providerId="ADAL" clId="{E7F5617D-5967-4628-816D-E75FCE99F033}" dt="2025-04-07T15:59:57.340" v="6" actId="20577"/>
          <ac:spMkLst>
            <pc:docMk/>
            <pc:sldMk cId="1458923364" sldId="263"/>
            <ac:spMk id="2" creationId="{9ED3476C-8496-9C9B-1E72-544E58D89BCE}"/>
          </ac:spMkLst>
        </pc:spChg>
        <pc:spChg chg="mod">
          <ac:chgData name="HOOD, Andrew (NHS MIDLANDS AND LANCASHIRE COMMISSIONING SUPPORT UNIT)" userId="bcd4e7a3-e0c4-4a6d-9148-961afe02efb0" providerId="ADAL" clId="{E7F5617D-5967-4628-816D-E75FCE99F033}" dt="2025-04-10T10:47:13.641" v="5703" actId="20577"/>
          <ac:spMkLst>
            <pc:docMk/>
            <pc:sldMk cId="1458923364" sldId="263"/>
            <ac:spMk id="3" creationId="{4459EB90-FA28-D925-C9BA-6EDBF192A9F7}"/>
          </ac:spMkLst>
        </pc:spChg>
      </pc:sldChg>
      <pc:sldChg chg="addSp modSp new mod">
        <pc:chgData name="HOOD, Andrew (NHS MIDLANDS AND LANCASHIRE COMMISSIONING SUPPORT UNIT)" userId="bcd4e7a3-e0c4-4a6d-9148-961afe02efb0" providerId="ADAL" clId="{E7F5617D-5967-4628-816D-E75FCE99F033}" dt="2025-04-08T10:30:24.392" v="2142" actId="1076"/>
        <pc:sldMkLst>
          <pc:docMk/>
          <pc:sldMk cId="3911858553" sldId="264"/>
        </pc:sldMkLst>
        <pc:picChg chg="add mod modCrop">
          <ac:chgData name="HOOD, Andrew (NHS MIDLANDS AND LANCASHIRE COMMISSIONING SUPPORT UNIT)" userId="bcd4e7a3-e0c4-4a6d-9148-961afe02efb0" providerId="ADAL" clId="{E7F5617D-5967-4628-816D-E75FCE99F033}" dt="2025-04-08T10:30:24.392" v="2142" actId="1076"/>
          <ac:picMkLst>
            <pc:docMk/>
            <pc:sldMk cId="3911858553" sldId="264"/>
            <ac:picMk id="5" creationId="{5DE50D32-C579-A636-75BF-3F2478D249D7}"/>
          </ac:picMkLst>
        </pc:picChg>
      </pc:sldChg>
      <pc:sldChg chg="addSp delSp modSp new mod">
        <pc:chgData name="HOOD, Andrew (NHS MIDLANDS AND LANCASHIRE COMMISSIONING SUPPORT UNIT)" userId="bcd4e7a3-e0c4-4a6d-9148-961afe02efb0" providerId="ADAL" clId="{E7F5617D-5967-4628-816D-E75FCE99F033}" dt="2025-04-08T11:26:12.930" v="3596" actId="478"/>
        <pc:sldMkLst>
          <pc:docMk/>
          <pc:sldMk cId="2730271845" sldId="265"/>
        </pc:sldMkLst>
        <pc:spChg chg="mod">
          <ac:chgData name="HOOD, Andrew (NHS MIDLANDS AND LANCASHIRE COMMISSIONING SUPPORT UNIT)" userId="bcd4e7a3-e0c4-4a6d-9148-961afe02efb0" providerId="ADAL" clId="{E7F5617D-5967-4628-816D-E75FCE99F033}" dt="2025-04-08T11:19:46.657" v="3319" actId="5793"/>
          <ac:spMkLst>
            <pc:docMk/>
            <pc:sldMk cId="2730271845" sldId="265"/>
            <ac:spMk id="2" creationId="{F43D5D3F-038C-2696-D4A5-715076487185}"/>
          </ac:spMkLst>
        </pc:spChg>
        <pc:picChg chg="add mod">
          <ac:chgData name="HOOD, Andrew (NHS MIDLANDS AND LANCASHIRE COMMISSIONING SUPPORT UNIT)" userId="bcd4e7a3-e0c4-4a6d-9148-961afe02efb0" providerId="ADAL" clId="{E7F5617D-5967-4628-816D-E75FCE99F033}" dt="2025-04-08T11:26:10.537" v="3595" actId="14100"/>
          <ac:picMkLst>
            <pc:docMk/>
            <pc:sldMk cId="2730271845" sldId="265"/>
            <ac:picMk id="4098" creationId="{EE2B270F-D65F-D075-5F1E-A1F18F05BC94}"/>
          </ac:picMkLst>
        </pc:picChg>
      </pc:sldChg>
      <pc:sldChg chg="addSp delSp modSp new mod modTransition modAnim">
        <pc:chgData name="HOOD, Andrew (NHS MIDLANDS AND LANCASHIRE COMMISSIONING SUPPORT UNIT)" userId="bcd4e7a3-e0c4-4a6d-9148-961afe02efb0" providerId="ADAL" clId="{E7F5617D-5967-4628-816D-E75FCE99F033}" dt="2025-04-08T11:19:29.986" v="3315"/>
        <pc:sldMkLst>
          <pc:docMk/>
          <pc:sldMk cId="1767200109" sldId="266"/>
        </pc:sldMkLst>
        <pc:spChg chg="mod">
          <ac:chgData name="HOOD, Andrew (NHS MIDLANDS AND LANCASHIRE COMMISSIONING SUPPORT UNIT)" userId="bcd4e7a3-e0c4-4a6d-9148-961afe02efb0" providerId="ADAL" clId="{E7F5617D-5967-4628-816D-E75FCE99F033}" dt="2025-04-08T11:08:59.805" v="3266" actId="20577"/>
          <ac:spMkLst>
            <pc:docMk/>
            <pc:sldMk cId="1767200109" sldId="266"/>
            <ac:spMk id="2" creationId="{7129D60F-76B1-6471-DF60-F262DF5D941B}"/>
          </ac:spMkLst>
        </pc:spChg>
        <pc:picChg chg="add mod">
          <ac:chgData name="HOOD, Andrew (NHS MIDLANDS AND LANCASHIRE COMMISSIONING SUPPORT UNIT)" userId="bcd4e7a3-e0c4-4a6d-9148-961afe02efb0" providerId="ADAL" clId="{E7F5617D-5967-4628-816D-E75FCE99F033}" dt="2025-04-08T11:18:02.929" v="3309" actId="1076"/>
          <ac:picMkLst>
            <pc:docMk/>
            <pc:sldMk cId="1767200109" sldId="266"/>
            <ac:picMk id="3076" creationId="{DD4EDE35-A87B-AE70-C170-5DF7F7768E15}"/>
          </ac:picMkLst>
        </pc:picChg>
        <pc:picChg chg="add mod">
          <ac:chgData name="HOOD, Andrew (NHS MIDLANDS AND LANCASHIRE COMMISSIONING SUPPORT UNIT)" userId="bcd4e7a3-e0c4-4a6d-9148-961afe02efb0" providerId="ADAL" clId="{E7F5617D-5967-4628-816D-E75FCE99F033}" dt="2025-04-08T11:19:19.063" v="3314" actId="1076"/>
          <ac:picMkLst>
            <pc:docMk/>
            <pc:sldMk cId="1767200109" sldId="266"/>
            <ac:picMk id="3078" creationId="{87F4ED23-B2B0-871D-DAC2-34C6F0D97703}"/>
          </ac:picMkLst>
        </pc:picChg>
      </pc:sldChg>
      <pc:sldChg chg="modSp new del mod">
        <pc:chgData name="HOOD, Andrew (NHS MIDLANDS AND LANCASHIRE COMMISSIONING SUPPORT UNIT)" userId="bcd4e7a3-e0c4-4a6d-9148-961afe02efb0" providerId="ADAL" clId="{E7F5617D-5967-4628-816D-E75FCE99F033}" dt="2025-04-08T13:46:42.872" v="4648" actId="47"/>
        <pc:sldMkLst>
          <pc:docMk/>
          <pc:sldMk cId="865105132" sldId="267"/>
        </pc:sldMkLst>
      </pc:sldChg>
      <pc:sldChg chg="addSp delSp modSp new mod ord delAnim modAnim">
        <pc:chgData name="HOOD, Andrew (NHS MIDLANDS AND LANCASHIRE COMMISSIONING SUPPORT UNIT)" userId="bcd4e7a3-e0c4-4a6d-9148-961afe02efb0" providerId="ADAL" clId="{E7F5617D-5967-4628-816D-E75FCE99F033}" dt="2025-04-10T11:05:55.067" v="5967"/>
        <pc:sldMkLst>
          <pc:docMk/>
          <pc:sldMk cId="4085037184" sldId="268"/>
        </pc:sldMkLst>
        <pc:spChg chg="mod">
          <ac:chgData name="HOOD, Andrew (NHS MIDLANDS AND LANCASHIRE COMMISSIONING SUPPORT UNIT)" userId="bcd4e7a3-e0c4-4a6d-9148-961afe02efb0" providerId="ADAL" clId="{E7F5617D-5967-4628-816D-E75FCE99F033}" dt="2025-04-08T13:30:57.775" v="4199" actId="20577"/>
          <ac:spMkLst>
            <pc:docMk/>
            <pc:sldMk cId="4085037184" sldId="268"/>
            <ac:spMk id="2" creationId="{6CBB2DAA-904F-8ECD-F2EF-19E17ABA4984}"/>
          </ac:spMkLst>
        </pc:spChg>
        <pc:spChg chg="mod">
          <ac:chgData name="HOOD, Andrew (NHS MIDLANDS AND LANCASHIRE COMMISSIONING SUPPORT UNIT)" userId="bcd4e7a3-e0c4-4a6d-9148-961afe02efb0" providerId="ADAL" clId="{E7F5617D-5967-4628-816D-E75FCE99F033}" dt="2025-04-10T10:41:54.932" v="5583" actId="14100"/>
          <ac:spMkLst>
            <pc:docMk/>
            <pc:sldMk cId="4085037184" sldId="268"/>
            <ac:spMk id="3" creationId="{C15F98B0-AC80-4B19-1C2E-409A4D65BE81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0:40:47.101" v="5577" actId="1076"/>
          <ac:spMkLst>
            <pc:docMk/>
            <pc:sldMk cId="4085037184" sldId="268"/>
            <ac:spMk id="4" creationId="{84DDFD62-887F-66CA-D895-D0A4B6934880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0:40:49.108" v="5578" actId="1076"/>
          <ac:spMkLst>
            <pc:docMk/>
            <pc:sldMk cId="4085037184" sldId="268"/>
            <ac:spMk id="5" creationId="{FF1CF27C-95A5-2F45-D037-C3E7BC4EDC00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0:40:27.019" v="5572" actId="1076"/>
          <ac:spMkLst>
            <pc:docMk/>
            <pc:sldMk cId="4085037184" sldId="268"/>
            <ac:spMk id="6" creationId="{1DA4FB64-05CD-1354-FACF-CBE915C7B479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0:40:30.309" v="5573" actId="1076"/>
          <ac:spMkLst>
            <pc:docMk/>
            <pc:sldMk cId="4085037184" sldId="268"/>
            <ac:spMk id="7" creationId="{71EB576C-1A4B-C5B7-0B7E-511470FCE6D3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0:40:32.935" v="5574" actId="1076"/>
          <ac:spMkLst>
            <pc:docMk/>
            <pc:sldMk cId="4085037184" sldId="268"/>
            <ac:spMk id="8" creationId="{F148DE49-DEAD-8DF6-A876-8F053CE2DF9C}"/>
          </ac:spMkLst>
        </pc:spChg>
        <pc:spChg chg="add del mod">
          <ac:chgData name="HOOD, Andrew (NHS MIDLANDS AND LANCASHIRE COMMISSIONING SUPPORT UNIT)" userId="bcd4e7a3-e0c4-4a6d-9148-961afe02efb0" providerId="ADAL" clId="{E7F5617D-5967-4628-816D-E75FCE99F033}" dt="2025-04-10T10:33:50.874" v="5461" actId="478"/>
          <ac:spMkLst>
            <pc:docMk/>
            <pc:sldMk cId="4085037184" sldId="268"/>
            <ac:spMk id="9" creationId="{28390608-D1DF-2BAB-A934-15919C548296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0:40:35.937" v="5575" actId="1076"/>
          <ac:spMkLst>
            <pc:docMk/>
            <pc:sldMk cId="4085037184" sldId="268"/>
            <ac:spMk id="10" creationId="{0523833F-A529-968C-88E1-3863F1FBFC6C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0:44:38.587" v="5649" actId="208"/>
          <ac:spMkLst>
            <pc:docMk/>
            <pc:sldMk cId="4085037184" sldId="268"/>
            <ac:spMk id="12" creationId="{7977CDE0-2C83-ABC9-0A3E-7A87A173B9E0}"/>
          </ac:spMkLst>
        </pc:spChg>
      </pc:sldChg>
      <pc:sldChg chg="modSp new mod">
        <pc:chgData name="HOOD, Andrew (NHS MIDLANDS AND LANCASHIRE COMMISSIONING SUPPORT UNIT)" userId="bcd4e7a3-e0c4-4a6d-9148-961afe02efb0" providerId="ADAL" clId="{E7F5617D-5967-4628-816D-E75FCE99F033}" dt="2025-04-08T13:46:39.880" v="4647" actId="20577"/>
        <pc:sldMkLst>
          <pc:docMk/>
          <pc:sldMk cId="2026359380" sldId="269"/>
        </pc:sldMkLst>
        <pc:spChg chg="mod">
          <ac:chgData name="HOOD, Andrew (NHS MIDLANDS AND LANCASHIRE COMMISSIONING SUPPORT UNIT)" userId="bcd4e7a3-e0c4-4a6d-9148-961afe02efb0" providerId="ADAL" clId="{E7F5617D-5967-4628-816D-E75FCE99F033}" dt="2025-04-08T13:38:44.016" v="4227" actId="20577"/>
          <ac:spMkLst>
            <pc:docMk/>
            <pc:sldMk cId="2026359380" sldId="269"/>
            <ac:spMk id="2" creationId="{EE904552-7B56-A733-ED9D-578CC65FDC41}"/>
          </ac:spMkLst>
        </pc:spChg>
        <pc:spChg chg="mod">
          <ac:chgData name="HOOD, Andrew (NHS MIDLANDS AND LANCASHIRE COMMISSIONING SUPPORT UNIT)" userId="bcd4e7a3-e0c4-4a6d-9148-961afe02efb0" providerId="ADAL" clId="{E7F5617D-5967-4628-816D-E75FCE99F033}" dt="2025-04-08T13:46:39.880" v="4647" actId="20577"/>
          <ac:spMkLst>
            <pc:docMk/>
            <pc:sldMk cId="2026359380" sldId="269"/>
            <ac:spMk id="3" creationId="{E1371674-400A-DE51-CA62-529B7A1A014D}"/>
          </ac:spMkLst>
        </pc:spChg>
      </pc:sldChg>
      <pc:sldChg chg="addSp delSp modSp new mod">
        <pc:chgData name="HOOD, Andrew (NHS MIDLANDS AND LANCASHIRE COMMISSIONING SUPPORT UNIT)" userId="bcd4e7a3-e0c4-4a6d-9148-961afe02efb0" providerId="ADAL" clId="{E7F5617D-5967-4628-816D-E75FCE99F033}" dt="2025-04-10T10:08:03.750" v="5414" actId="255"/>
        <pc:sldMkLst>
          <pc:docMk/>
          <pc:sldMk cId="3410557420" sldId="270"/>
        </pc:sldMkLst>
        <pc:spChg chg="mod">
          <ac:chgData name="HOOD, Andrew (NHS MIDLANDS AND LANCASHIRE COMMISSIONING SUPPORT UNIT)" userId="bcd4e7a3-e0c4-4a6d-9148-961afe02efb0" providerId="ADAL" clId="{E7F5617D-5967-4628-816D-E75FCE99F033}" dt="2025-04-10T08:01:32.549" v="4664" actId="20577"/>
          <ac:spMkLst>
            <pc:docMk/>
            <pc:sldMk cId="3410557420" sldId="270"/>
            <ac:spMk id="2" creationId="{B4D3DF48-817A-C725-EC13-792CA9E4B663}"/>
          </ac:spMkLst>
        </pc:spChg>
        <pc:spChg chg="add del mod">
          <ac:chgData name="HOOD, Andrew (NHS MIDLANDS AND LANCASHIRE COMMISSIONING SUPPORT UNIT)" userId="bcd4e7a3-e0c4-4a6d-9148-961afe02efb0" providerId="ADAL" clId="{E7F5617D-5967-4628-816D-E75FCE99F033}" dt="2025-04-10T10:05:31.132" v="5330" actId="403"/>
          <ac:spMkLst>
            <pc:docMk/>
            <pc:sldMk cId="3410557420" sldId="270"/>
            <ac:spMk id="3" creationId="{4205FFC1-20BE-BA5A-76AA-4F2A7130B5FB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0:08:03.750" v="5414" actId="255"/>
          <ac:spMkLst>
            <pc:docMk/>
            <pc:sldMk cId="3410557420" sldId="270"/>
            <ac:spMk id="4" creationId="{43F9FF74-B226-6DC8-7C0B-9F9D9F49CE50}"/>
          </ac:spMkLst>
        </pc:spChg>
      </pc:sldChg>
      <pc:sldChg chg="addSp delSp modSp new mod ord modAnim">
        <pc:chgData name="HOOD, Andrew (NHS MIDLANDS AND LANCASHIRE COMMISSIONING SUPPORT UNIT)" userId="bcd4e7a3-e0c4-4a6d-9148-961afe02efb0" providerId="ADAL" clId="{E7F5617D-5967-4628-816D-E75FCE99F033}" dt="2025-04-10T11:14:30.836" v="6004" actId="1076"/>
        <pc:sldMkLst>
          <pc:docMk/>
          <pc:sldMk cId="1245649458" sldId="271"/>
        </pc:sldMkLst>
        <pc:spChg chg="mod">
          <ac:chgData name="HOOD, Andrew (NHS MIDLANDS AND LANCASHIRE COMMISSIONING SUPPORT UNIT)" userId="bcd4e7a3-e0c4-4a6d-9148-961afe02efb0" providerId="ADAL" clId="{E7F5617D-5967-4628-816D-E75FCE99F033}" dt="2025-04-10T10:49:11.963" v="5722" actId="5793"/>
          <ac:spMkLst>
            <pc:docMk/>
            <pc:sldMk cId="1245649458" sldId="271"/>
            <ac:spMk id="2" creationId="{F23CF155-0803-897B-6A3C-C5CF4463ECB9}"/>
          </ac:spMkLst>
        </pc:spChg>
        <pc:spChg chg="del">
          <ac:chgData name="HOOD, Andrew (NHS MIDLANDS AND LANCASHIRE COMMISSIONING SUPPORT UNIT)" userId="bcd4e7a3-e0c4-4a6d-9148-961afe02efb0" providerId="ADAL" clId="{E7F5617D-5967-4628-816D-E75FCE99F033}" dt="2025-04-10T10:49:16.537" v="5723" actId="478"/>
          <ac:spMkLst>
            <pc:docMk/>
            <pc:sldMk cId="1245649458" sldId="271"/>
            <ac:spMk id="3" creationId="{B20D849D-2D4D-E11C-7E74-15A4F5E494C9}"/>
          </ac:spMkLst>
        </pc:spChg>
        <pc:spChg chg="add mod">
          <ac:chgData name="HOOD, Andrew (NHS MIDLANDS AND LANCASHIRE COMMISSIONING SUPPORT UNIT)" userId="bcd4e7a3-e0c4-4a6d-9148-961afe02efb0" providerId="ADAL" clId="{E7F5617D-5967-4628-816D-E75FCE99F033}" dt="2025-04-10T11:14:30.836" v="6004" actId="1076"/>
          <ac:spMkLst>
            <pc:docMk/>
            <pc:sldMk cId="1245649458" sldId="271"/>
            <ac:spMk id="4" creationId="{01236292-6865-45EF-D928-F9113ABE5EE2}"/>
          </ac:spMkLst>
        </pc:spChg>
        <pc:picChg chg="add mod">
          <ac:chgData name="HOOD, Andrew (NHS MIDLANDS AND LANCASHIRE COMMISSIONING SUPPORT UNIT)" userId="bcd4e7a3-e0c4-4a6d-9148-961afe02efb0" providerId="ADAL" clId="{E7F5617D-5967-4628-816D-E75FCE99F033}" dt="2025-04-10T10:50:11.683" v="5727" actId="1076"/>
          <ac:picMkLst>
            <pc:docMk/>
            <pc:sldMk cId="1245649458" sldId="271"/>
            <ac:picMk id="1026" creationId="{4316388F-C09A-F223-69F1-50B5A92E4D64}"/>
          </ac:picMkLst>
        </pc:picChg>
      </pc:sldChg>
      <pc:sldChg chg="new del">
        <pc:chgData name="HOOD, Andrew (NHS MIDLANDS AND LANCASHIRE COMMISSIONING SUPPORT UNIT)" userId="bcd4e7a3-e0c4-4a6d-9148-961afe02efb0" providerId="ADAL" clId="{E7F5617D-5967-4628-816D-E75FCE99F033}" dt="2025-04-10T11:04:24.604" v="5965" actId="47"/>
        <pc:sldMkLst>
          <pc:docMk/>
          <pc:sldMk cId="2976838547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A4F73-163F-4D6E-9A9B-371F8A874E5B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A2CA6-DCA5-4CD7-92CA-005B491689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801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CA2CA6-DCA5-4CD7-92CA-005B491689D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074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4B97-CDCF-92A5-7141-8206FA348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34E24-E538-92BA-B629-5E5E832BA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DA1B6-615D-9247-535E-D72EB9D6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998E5-FBAB-87C1-C8DE-592533C0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22E51-24C9-4384-B4F4-138AF6AEB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40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C518-A144-584E-500E-00013BC2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38163-5E30-6AD0-BC6C-0B7A769E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40495-B1E9-F1C1-B93F-484D20C2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26AF-FF58-1594-585C-54FCA4A87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0F7DE-C034-4902-3D40-A41902EC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21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02FA-C571-1BD1-8871-2BD30E10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D4B66-D479-1AE7-2A5E-B02C3257D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01CF6-ACF8-F1FF-FA46-15311E5AA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586AC-9B6F-64E3-5DF8-D51AD9AC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CF222-416C-05AC-78D1-14E25DF2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705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0EF2-8F44-91A6-8857-9DA39B32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D3FE1-00C7-5DF2-1DCB-512668A1D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2CCD3-2397-52A8-7D54-A521842B3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AABB2-B50D-A72A-09B9-7E32A0288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864A7-1A69-72FB-0ED1-C53E0781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6672F-BA46-F801-E21E-EEE15E44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14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AA7C-AEE4-4D4D-8D7B-78DC66E0A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2B50F-8B76-F45C-3C16-12F3F6850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14116-A15F-4F37-95C1-543E4B935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107799-7054-A019-65EC-B0C6E05D2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A9268C-A58D-3B54-8FAB-CD5B1F6B0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58B0A-E1AD-2AF9-4D1B-9740A5F9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F7D57-B826-D0EA-00D5-B484C76EE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C4EEE-8135-A70B-70B9-FABD1F12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65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2059-C562-60E7-4C52-F3DEC249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3867C-159E-8479-4DBF-84D511F4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87EAAE-B787-4FFE-877B-BDBB9A46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791A6-8483-8E54-BDA7-AAC28751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94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0CD176-76C2-2247-950F-0529E115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18D7B-0377-FE14-1120-D7464F6D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2CB13-EC22-79DB-7DC4-A86D5E48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263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145C-3DE1-B539-9C1C-165648FD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8C8B4-EC22-EAD1-70B3-9F2982440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095A8-95D7-BC24-C58F-3ECAE2580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E0C93-5A39-411C-9B43-D2222A29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E63B1-D667-E918-E17A-DA4126BA2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DF968-744A-F90E-224E-66B38778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59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32AC-FD64-F8D7-C018-456D6815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7EBA89-5B0E-D56F-56C6-85F289EBB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C0C6A-DA30-3293-C2AF-474EE941F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18689-FF57-E3DD-CF73-BC38EBAA7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2B69D-4A45-52D6-C126-7F0670685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BE8B7-A844-85CC-D1D0-A6AB105A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7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2D531-DFD0-3146-E2CC-9C89628B7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40FF5-11AA-1A85-29AB-6BA42A8C5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C237F-6019-BC5A-7202-40AAE96B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97E76-CA07-26EC-DE72-F030BBFA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E7F99-59F2-30A2-FFE9-1DDDEA43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16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A8674-AA4E-3FF4-EFEB-B3274FBB1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F5EC4-8BCB-14E8-BC5E-463EF46C9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879B2-941C-D453-3025-285927743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E42B8-F2DD-33FC-C673-E8EC2CC0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8100D-C6D9-57FB-38E6-C8BE09A2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05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155FF-AE06-1E58-7E41-36F7D93E5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A395E-4FDC-15B2-F9EF-E75EEF8F0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05275-7E6B-4AC8-5584-A0AD7087F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CAD62-83BD-4E1E-895B-AFFE19750B8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4B77-D1B6-9A19-895E-F5EDCFBB5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3816A-EDD8-DB24-F03F-C76F4E96F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18015-2C3C-4DC5-9222-F234A847D3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075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entreformentalhealth.org.uk/publications/the-economic-and-social-costs-of-mental-ill-health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rategyunitwm.nhs.uk/publications/inequities-children-and-young-peoples-mental-health-services" TargetMode="External"/><Relationship Id="rId3" Type="http://schemas.openxmlformats.org/officeDocument/2006/relationships/hyperlink" Target="https://www.strategyunitwm.nhs.uk/publications/exploring-mental-health-inpatient-capacity" TargetMode="External"/><Relationship Id="rId7" Type="http://schemas.openxmlformats.org/officeDocument/2006/relationships/hyperlink" Target="https://www.strategyunitwm.nhs.uk/publications/estimating-impact-proposed-reforms-mental-health-act-workload-psychiatrists" TargetMode="External"/><Relationship Id="rId2" Type="http://schemas.openxmlformats.org/officeDocument/2006/relationships/hyperlink" Target="https://www.strategyunitwm.nhs.uk/publications/making-case-integrating-mental-and-physical-health-care-full-repor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trategyunitwm.nhs.uk/publications/strategy-unit-analysis-air-quality-highlights-inequalities" TargetMode="External"/><Relationship Id="rId5" Type="http://schemas.openxmlformats.org/officeDocument/2006/relationships/hyperlink" Target="https://www.strategyunitwm.nhs.uk/mental-health-surge-model" TargetMode="External"/><Relationship Id="rId4" Type="http://schemas.openxmlformats.org/officeDocument/2006/relationships/hyperlink" Target="https://bmcmedicine.biomedcentral.com/articles/10.1186/s12916-020-01711-w" TargetMode="External"/><Relationship Id="rId9" Type="http://schemas.openxmlformats.org/officeDocument/2006/relationships/hyperlink" Target="https://connect.strategyunitwm.nhs.uk/nhse_mh_inpat_model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igital.nhs.uk/binaries/content/assets/website-assets/data-and-information/datasets/mhsds/tools-and-guidance/mhsdsv6_datamodel_v0.8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.nhs.uk/binaries/content/assets/website-assets/data-and-information/datasets/iapt/iapt-v2.1-docs/iapt-v2.1-data-model-v2.1.4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dictionary.nhs.uk/data_sets/clinical_data_sets/mental_health_services_data_set.html" TargetMode="External"/><Relationship Id="rId2" Type="http://schemas.openxmlformats.org/officeDocument/2006/relationships/hyperlink" Target="https://digital.nhs.uk/data-and-information/data-tools-and-services/data-services/mental-health-data-hu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tadictionary.nhs.uk/data_sets/clinical_data_sets/improving_access_to_psychological_therapies_data_set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15E95D-30BE-124D-2883-C6B542FF252F}"/>
              </a:ext>
            </a:extLst>
          </p:cNvPr>
          <p:cNvSpPr/>
          <p:nvPr/>
        </p:nvSpPr>
        <p:spPr>
          <a:xfrm>
            <a:off x="-98323" y="-78658"/>
            <a:ext cx="8917858" cy="705956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87911-0092-B688-9D26-D6B716B81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147916"/>
            <a:ext cx="9144000" cy="2387600"/>
          </a:xfrm>
        </p:spPr>
        <p:txBody>
          <a:bodyPr anchor="ctr"/>
          <a:lstStyle/>
          <a:p>
            <a:pPr algn="l"/>
            <a:r>
              <a:rPr lang="en-GB" dirty="0"/>
              <a:t>MHSDS (and IAPT)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88582-1B25-EC46-4074-D88BB5D82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3429000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GB" sz="3200" dirty="0"/>
              <a:t>Dataset(s) overview*</a:t>
            </a:r>
          </a:p>
          <a:p>
            <a:pPr algn="l"/>
            <a:endParaRPr lang="en-GB" sz="3200" dirty="0"/>
          </a:p>
          <a:p>
            <a:pPr algn="l"/>
            <a:r>
              <a:rPr lang="en-GB" sz="2800" dirty="0"/>
              <a:t>Andy Hood | Coffee and Coding |10</a:t>
            </a:r>
            <a:r>
              <a:rPr lang="en-GB" sz="2800" baseline="30000" dirty="0"/>
              <a:t>th</a:t>
            </a:r>
            <a:r>
              <a:rPr lang="en-GB" sz="2800" dirty="0"/>
              <a:t> April 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AE53D5-AE89-A2D6-4A4C-D8D16AFF4EB0}"/>
              </a:ext>
            </a:extLst>
          </p:cNvPr>
          <p:cNvSpPr/>
          <p:nvPr/>
        </p:nvSpPr>
        <p:spPr>
          <a:xfrm>
            <a:off x="8751528" y="-78658"/>
            <a:ext cx="3538795" cy="70595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yellow and black sign&#10;&#10;AI-generated content may be incorrect.">
            <a:extLst>
              <a:ext uri="{FF2B5EF4-FFF2-40B4-BE49-F238E27FC236}">
                <a16:creationId xmlns:a16="http://schemas.microsoft.com/office/drawing/2014/main" id="{21432A9E-44C4-3D3F-37BF-2436684AE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204" y="248704"/>
            <a:ext cx="1064051" cy="899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79E23D-FA37-4BA8-60C7-B4C0AB470350}"/>
              </a:ext>
            </a:extLst>
          </p:cNvPr>
          <p:cNvSpPr txBox="1"/>
          <p:nvPr/>
        </p:nvSpPr>
        <p:spPr>
          <a:xfrm>
            <a:off x="894735" y="6037006"/>
            <a:ext cx="771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* DISCLAIMER</a:t>
            </a:r>
            <a:r>
              <a:rPr lang="en-GB" sz="1400" dirty="0"/>
              <a:t>: I’m only an expert in relative terms and take no liability for any partial, incorrect or misleading information provided in this session!</a:t>
            </a:r>
          </a:p>
        </p:txBody>
      </p:sp>
    </p:spTree>
    <p:extLst>
      <p:ext uri="{BB962C8B-B14F-4D97-AF65-F5344CB8AC3E}">
        <p14:creationId xmlns:p14="http://schemas.microsoft.com/office/powerpoint/2010/main" val="387555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4A92-870D-B0A0-6307-70E1226A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Brief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BAA49-F8BA-41F5-51FA-A69A432BD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28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The most </a:t>
            </a:r>
            <a:r>
              <a:rPr lang="en-GB" sz="2400" dirty="0" err="1"/>
              <a:t>changingist</a:t>
            </a:r>
            <a:r>
              <a:rPr lang="en-GB" sz="2400" dirty="0"/>
              <a:t> mandatory dataset in the history of the NHS (probably!)…collecting data on NHS funded mental health referrals, contacts and treatments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Mental Health Minimum Dataset (MHMDS) | Apr 2006 to Aug 2014 | 3 tables (Records, Events, Episodes)</a:t>
            </a:r>
          </a:p>
          <a:p>
            <a:pPr marL="0" indent="0">
              <a:buNone/>
            </a:pPr>
            <a:r>
              <a:rPr lang="en-GB" sz="2400" dirty="0"/>
              <a:t>Mental Health &amp; Learning Disabilities Dataset (MHLDDS) | Sept 2014 to Dec 2015 | 3 tables (as above)</a:t>
            </a:r>
          </a:p>
          <a:p>
            <a:pPr marL="0" indent="0">
              <a:buNone/>
            </a:pPr>
            <a:r>
              <a:rPr lang="en-GB" sz="2400" dirty="0"/>
              <a:t>Mental Health Services Dataset (MHSDS) | Jan 2016 to current | 71 tables and counting! | Currently on v6.0.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Despite nearly 20 years of data specs and mandatory provider submissions, data quality is still &lt; good. Poor coverage of assessment / outcomes / improvement data. Independent provider data = worse.</a:t>
            </a:r>
          </a:p>
        </p:txBody>
      </p:sp>
    </p:spTree>
    <p:extLst>
      <p:ext uri="{BB962C8B-B14F-4D97-AF65-F5344CB8AC3E}">
        <p14:creationId xmlns:p14="http://schemas.microsoft.com/office/powerpoint/2010/main" val="2053122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DF48-817A-C725-EC13-792CA9E4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(current)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5FFC1-20BE-BA5A-76AA-4F2A7130B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400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b="1" dirty="0"/>
              <a:t>MHSDS:</a:t>
            </a:r>
          </a:p>
          <a:p>
            <a:pPr marL="0" indent="0">
              <a:buNone/>
            </a:pPr>
            <a:r>
              <a:rPr lang="en-GB" sz="2400" dirty="0"/>
              <a:t>Patients of any age in England referred to, assessed by, treated by or admitted to a specialist acute or community mental health service paid for by the NHS.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Includes common disorders (anxiety/depression), severe mental illness (e.g. schizophrenia, bipolar), dementia, learning disability &amp; autism, children &amp; adolescent MH, other emotional and behavioural disorders and substance misuse.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F9FF74-B226-6DC8-7C0B-9F9D9F49CE50}"/>
              </a:ext>
            </a:extLst>
          </p:cNvPr>
          <p:cNvSpPr txBox="1">
            <a:spLocks/>
          </p:cNvSpPr>
          <p:nvPr/>
        </p:nvSpPr>
        <p:spPr>
          <a:xfrm>
            <a:off x="6459794" y="1825625"/>
            <a:ext cx="48940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dirty="0"/>
              <a:t>IAPT: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200" dirty="0"/>
              <a:t>Patients aged 16+ in England referred to, assessed by or treated by a ‘talking therapies’ service paid for by the NHS.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200" dirty="0"/>
              <a:t>Typically for mild to moderate common disorders, phobias, PTSD and OCD.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200" dirty="0"/>
              <a:t>There was previously a pilot for psychological therapy for patients with long-term conditions – that’s now a universal offer.</a:t>
            </a:r>
          </a:p>
        </p:txBody>
      </p:sp>
    </p:spTree>
    <p:extLst>
      <p:ext uri="{BB962C8B-B14F-4D97-AF65-F5344CB8AC3E}">
        <p14:creationId xmlns:p14="http://schemas.microsoft.com/office/powerpoint/2010/main" val="341055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2DAA-904F-8ECD-F2EF-19E17ABA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MH services in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F98B0-AC80-4B19-1C2E-409A4D65B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44097"/>
            <a:ext cx="7643117" cy="2039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Key national performance measures are:</a:t>
            </a:r>
          </a:p>
          <a:p>
            <a:pPr lvl="1"/>
            <a:r>
              <a:rPr lang="en-GB" sz="2000" dirty="0"/>
              <a:t>Referral to Treatment Times (EIP, Eating Disorders)</a:t>
            </a:r>
          </a:p>
          <a:p>
            <a:pPr lvl="1"/>
            <a:r>
              <a:rPr lang="en-GB" sz="2000" dirty="0"/>
              <a:t>Out-of-area placements</a:t>
            </a:r>
          </a:p>
          <a:p>
            <a:pPr lvl="1"/>
            <a:r>
              <a:rPr lang="en-GB" sz="2000" dirty="0"/>
              <a:t>Physical health checks in SMI patients</a:t>
            </a:r>
          </a:p>
          <a:p>
            <a:pPr lvl="1"/>
            <a:r>
              <a:rPr lang="en-GB" sz="2000" dirty="0"/>
              <a:t>Rates of reliable improvement (IAPT)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DDFD62-887F-66CA-D895-D0A4B6934880}"/>
              </a:ext>
            </a:extLst>
          </p:cNvPr>
          <p:cNvSpPr/>
          <p:nvPr/>
        </p:nvSpPr>
        <p:spPr>
          <a:xfrm>
            <a:off x="860074" y="1690688"/>
            <a:ext cx="2229492" cy="16310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u="sng" dirty="0"/>
              <a:t>2 million </a:t>
            </a:r>
            <a:r>
              <a:rPr lang="en-GB" sz="2000" dirty="0"/>
              <a:t>people in contact with MH services @ Jan ‘25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1CF27C-95A5-2F45-D037-C3E7BC4EDC00}"/>
              </a:ext>
            </a:extLst>
          </p:cNvPr>
          <p:cNvSpPr/>
          <p:nvPr/>
        </p:nvSpPr>
        <p:spPr>
          <a:xfrm>
            <a:off x="3555949" y="1690688"/>
            <a:ext cx="2229492" cy="163102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u="sng" dirty="0"/>
              <a:t>500k </a:t>
            </a:r>
            <a:r>
              <a:rPr lang="en-GB" sz="2000" dirty="0"/>
              <a:t> CYP in contact with MH services @ Jan ‘25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A4FB64-05CD-1354-FACF-CBE915C7B479}"/>
              </a:ext>
            </a:extLst>
          </p:cNvPr>
          <p:cNvSpPr/>
          <p:nvPr/>
        </p:nvSpPr>
        <p:spPr>
          <a:xfrm>
            <a:off x="6251825" y="1690688"/>
            <a:ext cx="2229492" cy="16310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u="sng" dirty="0"/>
              <a:t>300k </a:t>
            </a:r>
            <a:r>
              <a:rPr lang="en-GB" sz="2000" dirty="0"/>
              <a:t> with LD or Autism in contact with MH services @ Jan ‘25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EB576C-1A4B-C5B7-0B7E-511470FCE6D3}"/>
              </a:ext>
            </a:extLst>
          </p:cNvPr>
          <p:cNvSpPr/>
          <p:nvPr/>
        </p:nvSpPr>
        <p:spPr>
          <a:xfrm>
            <a:off x="8894852" y="1690688"/>
            <a:ext cx="2229492" cy="163102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u="sng" dirty="0"/>
              <a:t>16k </a:t>
            </a:r>
            <a:r>
              <a:rPr lang="en-GB" sz="2000" dirty="0"/>
              <a:t> detained under the MHA @ Jan ‘25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48DE49-DEAD-8DF6-A876-8F053CE2DF9C}"/>
              </a:ext>
            </a:extLst>
          </p:cNvPr>
          <p:cNvSpPr/>
          <p:nvPr/>
        </p:nvSpPr>
        <p:spPr>
          <a:xfrm>
            <a:off x="8894852" y="3321710"/>
            <a:ext cx="2229492" cy="163102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u="sng" dirty="0"/>
              <a:t>500k </a:t>
            </a:r>
            <a:r>
              <a:rPr lang="en-GB" sz="2000" dirty="0"/>
              <a:t>referrals each month and </a:t>
            </a:r>
            <a:r>
              <a:rPr lang="en-GB" sz="2000" b="1" u="sng" dirty="0"/>
              <a:t>2.3 million</a:t>
            </a:r>
            <a:r>
              <a:rPr lang="en-GB" sz="2000" dirty="0"/>
              <a:t> care contacts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23833F-A529-968C-88E1-3863F1FBFC6C}"/>
              </a:ext>
            </a:extLst>
          </p:cNvPr>
          <p:cNvSpPr/>
          <p:nvPr/>
        </p:nvSpPr>
        <p:spPr>
          <a:xfrm>
            <a:off x="8894852" y="4952732"/>
            <a:ext cx="2229492" cy="163102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>
                <a:solidFill>
                  <a:schemeClr val="bg1"/>
                </a:solidFill>
              </a:rPr>
              <a:t>c30% IAPT referrals and c20% of inpatient admissions to independent providers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77CDE0-2C83-ABC9-0A3E-7A87A173B9E0}"/>
              </a:ext>
            </a:extLst>
          </p:cNvPr>
          <p:cNvSpPr txBox="1"/>
          <p:nvPr/>
        </p:nvSpPr>
        <p:spPr>
          <a:xfrm>
            <a:off x="838200" y="3471238"/>
            <a:ext cx="764311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In 2025/26, mental health services will receive £15.6bn which amounts to </a:t>
            </a:r>
            <a:r>
              <a:rPr lang="en-GB" b="0" i="0" dirty="0">
                <a:solidFill>
                  <a:srgbClr val="040C28"/>
                </a:solidFill>
                <a:effectLst/>
                <a:latin typeface="Google Sans"/>
              </a:rPr>
              <a:t>8.71%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 of the NHS baseline funding. The 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  <a:hlinkClick r:id="rId2"/>
              </a:rPr>
              <a:t>social and economic costs 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of poor MH are c£300bn per year!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503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82FB9-5A13-6A55-E45B-AAB3D69B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Notable use cases to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3333-09EF-E4D3-828D-C546FF370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801"/>
            <a:ext cx="10515600" cy="495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>
                <a:hlinkClick r:id="rId2"/>
              </a:rPr>
              <a:t>Integrating Mental and Physical health (2016/17) </a:t>
            </a:r>
            <a:r>
              <a:rPr lang="en-GB" sz="2200" dirty="0"/>
              <a:t>– national &amp; STP reports.</a:t>
            </a:r>
          </a:p>
          <a:p>
            <a:pPr marL="0" indent="0">
              <a:buNone/>
            </a:pPr>
            <a:r>
              <a:rPr lang="en-GB" sz="2200" dirty="0">
                <a:hlinkClick r:id="rId3"/>
              </a:rPr>
              <a:t>Exploring MH inpatient capacity (2018/19)</a:t>
            </a:r>
            <a:r>
              <a:rPr lang="en-GB" sz="2200" dirty="0"/>
              <a:t> – policy report for RCP</a:t>
            </a:r>
          </a:p>
          <a:p>
            <a:pPr marL="0" indent="0">
              <a:buNone/>
            </a:pPr>
            <a:r>
              <a:rPr lang="en-GB" sz="2200" dirty="0">
                <a:hlinkClick r:id="rId4"/>
              </a:rPr>
              <a:t>Inequalities in perinatal mental health (2018/19)</a:t>
            </a:r>
            <a:r>
              <a:rPr lang="en-GB" sz="2200" dirty="0"/>
              <a:t> - publication</a:t>
            </a:r>
          </a:p>
          <a:p>
            <a:pPr marL="0" indent="0">
              <a:buNone/>
            </a:pPr>
            <a:r>
              <a:rPr lang="en-GB" sz="2200" dirty="0">
                <a:hlinkClick r:id="rId5"/>
              </a:rPr>
              <a:t>Mental Health (covid) surge model (2020) </a:t>
            </a:r>
            <a:r>
              <a:rPr lang="en-GB" sz="2200" dirty="0"/>
              <a:t>– flow rates and distributions for SD model</a:t>
            </a:r>
          </a:p>
          <a:p>
            <a:pPr marL="0" indent="0">
              <a:buNone/>
            </a:pPr>
            <a:r>
              <a:rPr lang="en-GB" sz="2200" dirty="0">
                <a:hlinkClick r:id="rId6"/>
              </a:rPr>
              <a:t>Air quality and health outcomes (2020) </a:t>
            </a:r>
            <a:r>
              <a:rPr lang="en-GB" sz="2200" dirty="0"/>
              <a:t>– London study for Guys and St Thomas charity</a:t>
            </a:r>
          </a:p>
          <a:p>
            <a:pPr marL="0" indent="0">
              <a:buNone/>
            </a:pPr>
            <a:r>
              <a:rPr lang="en-GB" sz="2200" dirty="0">
                <a:hlinkClick r:id="rId7"/>
              </a:rPr>
              <a:t>Workforce impacts of MHA reforms (2021)</a:t>
            </a:r>
            <a:r>
              <a:rPr lang="en-GB" sz="2200" dirty="0"/>
              <a:t> – support RCP policy</a:t>
            </a:r>
          </a:p>
          <a:p>
            <a:pPr marL="0" indent="0">
              <a:buNone/>
            </a:pPr>
            <a:r>
              <a:rPr lang="en-GB" sz="2200" dirty="0">
                <a:hlinkClick r:id="rId8"/>
              </a:rPr>
              <a:t>Inequalities in CYP services (2021/22)</a:t>
            </a:r>
            <a:r>
              <a:rPr lang="en-GB" sz="2200" dirty="0"/>
              <a:t> – NHSE national commission</a:t>
            </a:r>
          </a:p>
          <a:p>
            <a:pPr marL="0" indent="0">
              <a:buNone/>
            </a:pPr>
            <a:r>
              <a:rPr lang="en-GB" sz="2200" dirty="0"/>
              <a:t>Resetting the conversation on LDA (2022) – NHSE mixed methods commission</a:t>
            </a:r>
          </a:p>
          <a:p>
            <a:pPr marL="0" indent="0">
              <a:buNone/>
            </a:pPr>
            <a:r>
              <a:rPr lang="en-GB" sz="2200" dirty="0">
                <a:hlinkClick r:id="rId9"/>
              </a:rPr>
              <a:t>MH inpatient D&amp;C model (2024) </a:t>
            </a:r>
            <a:r>
              <a:rPr lang="en-GB" sz="2200" dirty="0"/>
              <a:t>– NHSE West Midlands / ICB</a:t>
            </a:r>
          </a:p>
          <a:p>
            <a:pPr marL="0" indent="0">
              <a:buNone/>
            </a:pPr>
            <a:r>
              <a:rPr lang="en-GB" sz="2200" dirty="0"/>
              <a:t>Supporting CQC on MHA and emergency MH care (2024/25)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03934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61611318-632D-D85D-7969-9811C03C2C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13" t="13265" r="5152" b="2351"/>
          <a:stretch/>
        </p:blipFill>
        <p:spPr>
          <a:xfrm>
            <a:off x="2456985" y="0"/>
            <a:ext cx="9735015" cy="6870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5F6C6D-FA55-C8C9-1412-DF39B0B27084}"/>
              </a:ext>
            </a:extLst>
          </p:cNvPr>
          <p:cNvSpPr txBox="1"/>
          <p:nvPr/>
        </p:nvSpPr>
        <p:spPr>
          <a:xfrm>
            <a:off x="353960" y="1838632"/>
            <a:ext cx="17698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Yay, lots of tables!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 err="1"/>
              <a:t>Booo</a:t>
            </a:r>
            <a:r>
              <a:rPr lang="en-GB" sz="2800" dirty="0"/>
              <a:t>, lots of tables!</a:t>
            </a:r>
          </a:p>
        </p:txBody>
      </p:sp>
    </p:spTree>
    <p:extLst>
      <p:ext uri="{BB962C8B-B14F-4D97-AF65-F5344CB8AC3E}">
        <p14:creationId xmlns:p14="http://schemas.microsoft.com/office/powerpoint/2010/main" val="25811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6FC0F-1DAA-2188-809C-BD80B21A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8054E-312C-6E67-012D-F296DB9E8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5DE50D32-C579-A636-75BF-3F2478D249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713" t="14243" r="5243" b="3817"/>
          <a:stretch/>
        </p:blipFill>
        <p:spPr>
          <a:xfrm>
            <a:off x="1100253" y="0"/>
            <a:ext cx="9991493" cy="685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5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3476C-8496-9C9B-1E72-544E58D8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9EB90-FA28-D925-C9BA-6EDBF192A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Bunch of publicly available aggregated data reports:</a:t>
            </a:r>
            <a:br>
              <a:rPr lang="en-GB" dirty="0"/>
            </a:br>
            <a:br>
              <a:rPr lang="en-GB" dirty="0"/>
            </a:br>
            <a:r>
              <a:rPr lang="en-GB" dirty="0">
                <a:hlinkClick r:id="rId2"/>
              </a:rPr>
              <a:t>https://digital.nhs.uk/data-and-information/data-tools-and-services/data-services/mental-health-data-hub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Record-level data through NCDR/UDAL. Core datasets so shouldn’t need to request access.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Reference tables / definitions: </a:t>
            </a:r>
            <a:r>
              <a:rPr lang="en-GB" dirty="0">
                <a:hlinkClick r:id="rId3"/>
              </a:rPr>
              <a:t>https://www.datadictionary.nhs.uk/data_sets/clinical_data_sets/mental_health_services_data_set.html</a:t>
            </a:r>
            <a:endParaRPr lang="en-GB" dirty="0"/>
          </a:p>
          <a:p>
            <a:pPr marL="0" indent="0">
              <a:buNone/>
            </a:pPr>
            <a:r>
              <a:rPr lang="en-GB" dirty="0">
                <a:hlinkClick r:id="rId4"/>
              </a:rPr>
              <a:t>https://www.datadictionary.nhs.uk/data_sets/clinical_data_sets/improving_access_to_psychological_therapies_data_set.html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892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680C-8F40-018A-8B5D-29A417FC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Duplication </a:t>
            </a:r>
            <a:r>
              <a:rPr lang="en-GB" dirty="0" err="1"/>
              <a:t>aaaaaaahhhhhh</a:t>
            </a:r>
            <a:r>
              <a:rPr lang="en-GB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7A1FB-3CE8-B846-7BC2-EA7C4C8AA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079" y="1805077"/>
            <a:ext cx="6445321" cy="4351338"/>
          </a:xfrm>
        </p:spPr>
        <p:txBody>
          <a:bodyPr/>
          <a:lstStyle/>
          <a:p>
            <a:r>
              <a:rPr lang="en-GB" dirty="0"/>
              <a:t>Monthly submission cumulative dataset.</a:t>
            </a:r>
          </a:p>
          <a:p>
            <a:r>
              <a:rPr lang="en-GB" dirty="0"/>
              <a:t>Should be change only updates; but it isn’t 😥.</a:t>
            </a:r>
          </a:p>
          <a:p>
            <a:r>
              <a:rPr lang="en-GB" dirty="0"/>
              <a:t>No reliable duplicate record flag.</a:t>
            </a:r>
          </a:p>
          <a:p>
            <a:r>
              <a:rPr lang="en-GB" dirty="0"/>
              <a:t>Multiple records per patient in the MPI table.</a:t>
            </a:r>
          </a:p>
          <a:p>
            <a:r>
              <a:rPr lang="en-GB" dirty="0"/>
              <a:t>ML de-duplicate for CSU feeds of MHSDS – not done nationally.</a:t>
            </a:r>
          </a:p>
        </p:txBody>
      </p:sp>
      <p:pic>
        <p:nvPicPr>
          <p:cNvPr id="1026" name="Picture 2" descr="The Scream' Fetches Highest Price Ever For A Work Of Art ...">
            <a:extLst>
              <a:ext uri="{FF2B5EF4-FFF2-40B4-BE49-F238E27FC236}">
                <a16:creationId xmlns:a16="http://schemas.microsoft.com/office/drawing/2014/main" id="{5815C0C2-BE72-F205-10B8-0838DF6C3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16" y="1573926"/>
            <a:ext cx="3610229" cy="481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069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42D8-A91D-6FBF-D350-8D5758EB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Internal linkage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7462E-CC79-A1DF-7E98-AE75154E8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3344"/>
            <a:ext cx="10515600" cy="35343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Typically to get usable extracts:</a:t>
            </a:r>
          </a:p>
          <a:p>
            <a:pPr lvl="1"/>
            <a:r>
              <a:rPr lang="en-GB" dirty="0"/>
              <a:t>start with the activity table you’re interested in – MHA episode, admission, contact, IAPT sessions etc.</a:t>
            </a:r>
          </a:p>
          <a:p>
            <a:pPr lvl="2"/>
            <a:r>
              <a:rPr lang="en-GB" dirty="0"/>
              <a:t>constrain on e.g. dates / providers</a:t>
            </a:r>
          </a:p>
          <a:p>
            <a:pPr lvl="1"/>
            <a:r>
              <a:rPr lang="en-GB" dirty="0"/>
              <a:t>Link to MPI for patient details</a:t>
            </a:r>
          </a:p>
          <a:p>
            <a:pPr lvl="2"/>
            <a:r>
              <a:rPr lang="en-GB" dirty="0"/>
              <a:t>further constrain on e.g. age-groups, geographical area</a:t>
            </a:r>
          </a:p>
          <a:p>
            <a:pPr lvl="1"/>
            <a:r>
              <a:rPr lang="en-GB" dirty="0"/>
              <a:t>Link to referrals table for clinical ‘ownership’ and routes in/out of services</a:t>
            </a:r>
          </a:p>
          <a:p>
            <a:pPr lvl="2"/>
            <a:r>
              <a:rPr lang="en-GB" dirty="0"/>
              <a:t>further constrain on e.g. service areas/teams</a:t>
            </a:r>
          </a:p>
          <a:p>
            <a:pPr lvl="1"/>
            <a:r>
              <a:rPr lang="en-GB" dirty="0"/>
              <a:t>Link to diagnosis tables</a:t>
            </a:r>
          </a:p>
          <a:p>
            <a:pPr lvl="2"/>
            <a:r>
              <a:rPr lang="en-GB" dirty="0"/>
              <a:t>further constrain OR categorise</a:t>
            </a:r>
          </a:p>
        </p:txBody>
      </p:sp>
      <p:pic>
        <p:nvPicPr>
          <p:cNvPr id="2050" name="Picture 2" descr="A Meme That Finally Made the Different Types of Joins in SQL ...">
            <a:extLst>
              <a:ext uri="{FF2B5EF4-FFF2-40B4-BE49-F238E27FC236}">
                <a16:creationId xmlns:a16="http://schemas.microsoft.com/office/drawing/2014/main" id="{378FC7DD-6AEE-BF03-A45E-5482E905E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8515" y="186276"/>
            <a:ext cx="3008824" cy="300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81F726-A407-19E8-9605-18024F4D14FA}"/>
              </a:ext>
            </a:extLst>
          </p:cNvPr>
          <p:cNvSpPr txBox="1"/>
          <p:nvPr/>
        </p:nvSpPr>
        <p:spPr>
          <a:xfrm>
            <a:off x="838200" y="1819589"/>
            <a:ext cx="80797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dirty="0"/>
              <a:t>Can’t escape it. If you can’t beat them then Inner Join, Left Outer Join, Right Join them!</a:t>
            </a:r>
          </a:p>
        </p:txBody>
      </p:sp>
    </p:spTree>
    <p:extLst>
      <p:ext uri="{BB962C8B-B14F-4D97-AF65-F5344CB8AC3E}">
        <p14:creationId xmlns:p14="http://schemas.microsoft.com/office/powerpoint/2010/main" val="2838931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8DC1-F6CD-119F-29A6-7F774C61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External linkage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22C72-ECFD-67D4-DFEA-84D414884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Super easy to link to/from activity in other settings – SUS, CSDS, MSDS, ECDS, Mortality etc…using the [</a:t>
            </a:r>
            <a:r>
              <a:rPr lang="en-GB" sz="2400" dirty="0" err="1"/>
              <a:t>der_pseudo_nhs_number</a:t>
            </a:r>
            <a:r>
              <a:rPr lang="en-GB" sz="2400" dirty="0"/>
              <a:t>].</a:t>
            </a:r>
          </a:p>
        </p:txBody>
      </p:sp>
    </p:spTree>
    <p:extLst>
      <p:ext uri="{BB962C8B-B14F-4D97-AF65-F5344CB8AC3E}">
        <p14:creationId xmlns:p14="http://schemas.microsoft.com/office/powerpoint/2010/main" val="669837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D60F-76B1-6471-DF60-F262DF5D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MHSDS and IAPT walk-through</a:t>
            </a:r>
          </a:p>
        </p:txBody>
      </p:sp>
      <p:pic>
        <p:nvPicPr>
          <p:cNvPr id="3076" name="Picture 4" descr="SQL Meme, you say? Check out the best SQL Memes ever.">
            <a:extLst>
              <a:ext uri="{FF2B5EF4-FFF2-40B4-BE49-F238E27FC236}">
                <a16:creationId xmlns:a16="http://schemas.microsoft.com/office/drawing/2014/main" id="{DD4EDE35-A87B-AE70-C170-5DF7F7768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52" y="1810734"/>
            <a:ext cx="4355480" cy="468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QL? Meh : r/programmingmemes">
            <a:extLst>
              <a:ext uri="{FF2B5EF4-FFF2-40B4-BE49-F238E27FC236}">
                <a16:creationId xmlns:a16="http://schemas.microsoft.com/office/drawing/2014/main" id="{87F4ED23-B2B0-871D-DAC2-34C6F0D97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112" y="1810734"/>
            <a:ext cx="6266988" cy="463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20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F155-0803-897B-6A3C-C5CF4463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Potential uses…</a:t>
            </a:r>
          </a:p>
        </p:txBody>
      </p:sp>
      <p:pic>
        <p:nvPicPr>
          <p:cNvPr id="1026" name="Picture 2" descr="A reflection: how long is a piece of string?">
            <a:extLst>
              <a:ext uri="{FF2B5EF4-FFF2-40B4-BE49-F238E27FC236}">
                <a16:creationId xmlns:a16="http://schemas.microsoft.com/office/drawing/2014/main" id="{4316388F-C09A-F223-69F1-50B5A92E4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16817"/>
            <a:ext cx="7790422" cy="4180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236292-6865-45EF-D928-F9113ABE5EE2}"/>
              </a:ext>
            </a:extLst>
          </p:cNvPr>
          <p:cNvSpPr txBox="1"/>
          <p:nvPr/>
        </p:nvSpPr>
        <p:spPr>
          <a:xfrm>
            <a:off x="8763001" y="1168340"/>
            <a:ext cx="310863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Needs and inequality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Time series analysis and projection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Explanatory models and prediction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Classification and clustering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Evaluation of impacts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Other modelling and simulation (system linkage)</a:t>
            </a:r>
          </a:p>
        </p:txBody>
      </p:sp>
    </p:spTree>
    <p:extLst>
      <p:ext uri="{BB962C8B-B14F-4D97-AF65-F5344CB8AC3E}">
        <p14:creationId xmlns:p14="http://schemas.microsoft.com/office/powerpoint/2010/main" val="124564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4552-7B56-A733-ED9D-578CC65F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things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71674-400A-DE51-CA62-529B7A1A0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is no unit ‘currency’ for MH. </a:t>
            </a:r>
            <a:r>
              <a:rPr lang="en-GB" dirty="0" err="1"/>
              <a:t>PbR</a:t>
            </a:r>
            <a:r>
              <a:rPr lang="en-GB" dirty="0"/>
              <a:t> clusters didn’t gain traction. Most contracts are block contracts.</a:t>
            </a:r>
          </a:p>
          <a:p>
            <a:r>
              <a:rPr lang="en-GB" dirty="0"/>
              <a:t>Waiting lists for most pathways are increasing – ED, Dementia, Autism &amp; ADHD, Addiction services.</a:t>
            </a:r>
          </a:p>
          <a:p>
            <a:r>
              <a:rPr lang="en-GB" dirty="0"/>
              <a:t>Significant crossover with SEND and Education, Health and Care (EHC) plan…but no routine way to link to DfE/LA data.</a:t>
            </a:r>
          </a:p>
          <a:p>
            <a:r>
              <a:rPr lang="en-GB" dirty="0"/>
              <a:t>There is a Mental Health Knowledge and Skills Network (KSN) in ML whose members work with MHSDS, IAPT and other related datasets much more frequently than us.</a:t>
            </a:r>
          </a:p>
        </p:txBody>
      </p:sp>
    </p:spTree>
    <p:extLst>
      <p:ext uri="{BB962C8B-B14F-4D97-AF65-F5344CB8AC3E}">
        <p14:creationId xmlns:p14="http://schemas.microsoft.com/office/powerpoint/2010/main" val="2026359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D5D3F-038C-2696-D4A5-71507648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Questions, comments and suggestions…?</a:t>
            </a:r>
          </a:p>
        </p:txBody>
      </p:sp>
      <p:pic>
        <p:nvPicPr>
          <p:cNvPr id="4098" name="Picture 2" descr="Don't ask me, I don't know Picture Quote #1">
            <a:extLst>
              <a:ext uri="{FF2B5EF4-FFF2-40B4-BE49-F238E27FC236}">
                <a16:creationId xmlns:a16="http://schemas.microsoft.com/office/drawing/2014/main" id="{EE2B270F-D65F-D075-5F1E-A1F18F05B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18" b="32682"/>
          <a:stretch/>
        </p:blipFill>
        <p:spPr bwMode="auto">
          <a:xfrm>
            <a:off x="838200" y="1825626"/>
            <a:ext cx="8874614" cy="443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27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1059</Words>
  <Application>Microsoft Office PowerPoint</Application>
  <PresentationFormat>Widescreen</PresentationFormat>
  <Paragraphs>96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Google Sans</vt:lpstr>
      <vt:lpstr>Office Theme</vt:lpstr>
      <vt:lpstr>MHSDS (and IAPT)</vt:lpstr>
      <vt:lpstr>Brief history</vt:lpstr>
      <vt:lpstr>Scope (current)</vt:lpstr>
      <vt:lpstr>MH services in numbers</vt:lpstr>
      <vt:lpstr>Notable use cases to date</vt:lpstr>
      <vt:lpstr>PowerPoint Presentation</vt:lpstr>
      <vt:lpstr>PowerPoint Presentation</vt:lpstr>
      <vt:lpstr>Access</vt:lpstr>
      <vt:lpstr>Duplication aaaaaaahhhhhh!</vt:lpstr>
      <vt:lpstr>Internal linkage</vt:lpstr>
      <vt:lpstr>External linkage</vt:lpstr>
      <vt:lpstr>MHSDS and IAPT walk-through</vt:lpstr>
      <vt:lpstr>Potential uses…</vt:lpstr>
      <vt:lpstr>Other things to note</vt:lpstr>
      <vt:lpstr>Questions, comments and suggestions…?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HOOD, Andrew (NHS MIDLANDS AND LANCASHIRE COMMISSIONING SUPPORT UNIT)</dc:creator>
  <cp:lastModifiedBy>HOOD, Andrew (NHS MIDLANDS AND LANCASHIRE COMMISSIONING SUPPORT UNIT)</cp:lastModifiedBy>
  <cp:revision>1</cp:revision>
  <dcterms:created xsi:type="dcterms:W3CDTF">2025-04-07T15:48:55Z</dcterms:created>
  <dcterms:modified xsi:type="dcterms:W3CDTF">2025-04-10T13:03:48Z</dcterms:modified>
</cp:coreProperties>
</file>